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Fabric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0BEC5"/>
                </a:solidFill>
              </a:defRPr>
            </a:pPr>
            <a:r>
              <a:t>Comprehensive Power BI &amp; Fabric Estate Monitoring</a:t>
            </a:r>
            <a:br/>
            <a:br/>
            <a:r>
              <a:t>Supports Azure Commercial, GCC, GCC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Setup: Admin Portal Configuration</a:t>
            </a:r>
          </a:p>
        </p:txBody>
      </p:sp>
      <p:pic>
        <p:nvPicPr>
          <p:cNvPr id="3" name="Picture 2" descr="admin-portal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Grant Service Principal permissions in Fabric Admin Portal</a:t>
            </a:r>
            <a:br/>
            <a:r>
              <a:t>Enable API access for monitoring and data extraction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Setup: API Permissions</a:t>
            </a:r>
          </a:p>
        </p:txBody>
      </p:sp>
      <p:pic>
        <p:nvPicPr>
          <p:cNvPr id="3" name="Picture 2" descr="Service-Principal-API-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Configure Graph API and Power BI permissions</a:t>
            </a:r>
            <a:br/>
            <a:r>
              <a:t>Application-level permissions for headless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Monitoring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0BEC5"/>
                </a:solidFill>
              </a:defRPr>
            </a:pPr>
            <a:r>
              <a:t>Real-time visibility into your Power BI and Fabric estate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Workspace Inventory</a:t>
            </a:r>
          </a:p>
        </p:txBody>
      </p:sp>
      <p:pic>
        <p:nvPicPr>
          <p:cNvPr id="3" name="Picture 2" descr="Workspace_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Complete catalog of all workspaces and artifacts</a:t>
            </a:r>
            <a:br/>
            <a:r>
              <a:t>Track reports, datasets, dashboards, and dataflows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Governance &amp; Classification</a:t>
            </a:r>
          </a:p>
        </p:txBody>
      </p:sp>
      <p:pic>
        <p:nvPicPr>
          <p:cNvPr id="3" name="Picture 2" descr="Catalog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Monitor data classification and governance policies</a:t>
            </a:r>
            <a:br/>
            <a:r>
              <a:t>Ensure compliance across your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Activity &amp; Operations</a:t>
            </a:r>
          </a:p>
        </p:txBody>
      </p:sp>
      <p:pic>
        <p:nvPicPr>
          <p:cNvPr id="3" name="Picture 2" descr="Activity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Track user activity, refresh operations, and usage patterns</a:t>
            </a:r>
            <a:br/>
            <a:r>
              <a:t>Identify trends and monitor platform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Audience &amp; Usage Analytics</a:t>
            </a:r>
          </a:p>
        </p:txBody>
      </p:sp>
      <p:pic>
        <p:nvPicPr>
          <p:cNvPr id="3" name="Picture 2" descr="PBI_Audience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Understand which audiences are consuming content</a:t>
            </a:r>
            <a:br/>
            <a:r>
              <a:t>Measure engagement and adoption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User Access &amp; Security</a:t>
            </a:r>
          </a:p>
        </p:txBody>
      </p:sp>
      <p:pic>
        <p:nvPicPr>
          <p:cNvPr id="3" name="Picture 2" descr="Users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Monitor user permissions and access levels</a:t>
            </a:r>
            <a:br/>
            <a:r>
              <a:t>Ensure proper authorization across workspaces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User Inactivity Tracking</a:t>
            </a:r>
          </a:p>
        </p:txBody>
      </p:sp>
      <p:pic>
        <p:nvPicPr>
          <p:cNvPr id="3" name="Picture 2" descr="User_In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Identify inactive users and unused capacity</a:t>
            </a:r>
            <a:br/>
            <a:r>
              <a:t>Optimize licensing and capacity allocation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Risk &amp; Anomaly Detection</a:t>
            </a:r>
          </a:p>
        </p:txBody>
      </p:sp>
      <p:pic>
        <p:nvPicPr>
          <p:cNvPr id="3" name="Picture 2" descr="Risk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Detect unusual patterns and potential security risks</a:t>
            </a:r>
            <a:br/>
            <a:r>
              <a:t>Proactive monitoring for estate 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Semantic Model Governance</a:t>
            </a:r>
          </a:p>
        </p:txBody>
      </p:sp>
      <p:pic>
        <p:nvPicPr>
          <p:cNvPr id="3" name="Picture 2" descr="Semantic_Model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Monitor data models, dependencies, and quality</a:t>
            </a:r>
            <a:br/>
            <a:r>
              <a:t>Track lineage and data governance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Audit Overview Dashboard</a:t>
            </a:r>
          </a:p>
        </p:txBody>
      </p:sp>
      <p:pic>
        <p:nvPicPr>
          <p:cNvPr id="3" name="Picture 2" descr="Audi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Comprehensive view of all monitoring activities</a:t>
            </a:r>
            <a:br/>
            <a:r>
              <a:t>Centralized dashboard for estate oversight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Customer-Facing Audit View</a:t>
            </a:r>
          </a:p>
        </p:txBody>
      </p:sp>
      <p:pic>
        <p:nvPicPr>
          <p:cNvPr id="3" name="Picture 2" descr="Customer_Audi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Present insights to stakeholders and leadership</a:t>
            </a:r>
            <a:br/>
            <a:r>
              <a:t>Transparent reporting of platform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92341"/>
                </a:solidFill>
              </a:defRPr>
            </a:pPr>
            <a:r>
              <a:t>Detailed Drill-Through Analysis</a:t>
            </a:r>
          </a:p>
        </p:txBody>
      </p:sp>
      <p:pic>
        <p:nvPicPr>
          <p:cNvPr id="3" name="Picture 2" descr="Drillthrough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424242"/>
                </a:solidFill>
              </a:defRPr>
            </a:pPr>
            <a:r>
              <a:t>Dive deep into specific items for root cause analysis</a:t>
            </a:r>
            <a:br/>
            <a:r>
              <a:t>Understand the 'why' behind the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Multi-Cloud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0BEC5"/>
                </a:solidFill>
              </a:defRPr>
            </a:pPr>
            <a:r>
              <a:t>Azure Commercial • GCC • GCC High</a:t>
            </a:r>
            <a:br/>
            <a:br/>
            <a:r>
              <a:t>Seamless monitoring across all government and commercial clouds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0BEC5"/>
                </a:solidFill>
              </a:defRPr>
            </a:pPr>
            <a:r>
              <a:t>✓ Real-time visibility across entire estate</a:t>
            </a:r>
            <a:br/>
            <a:r>
              <a:t>✓ Governance and compliance monitoring</a:t>
            </a:r>
            <a:br/>
            <a:r>
              <a:t>✓ Usage and adoption analytics</a:t>
            </a:r>
            <a:br/>
            <a:r>
              <a:t>✓ Proactive risk detection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B0BEC5"/>
                </a:solidFill>
              </a:defRPr>
            </a:pPr>
            <a:r>
              <a:t>Deploy Fabric Monitor to gain complete visibility</a:t>
            </a:r>
            <a:br/>
            <a:r>
              <a:t>into your Power BI and Fabric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